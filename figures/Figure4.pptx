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</p:sldIdLst>
  <p:sldSz cx="128016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85"/>
    <p:restoredTop sz="94694"/>
  </p:normalViewPr>
  <p:slideViewPr>
    <p:cSldViewPr snapToGrid="0">
      <p:cViewPr varScale="1">
        <p:scale>
          <a:sx n="109" d="100"/>
          <a:sy n="109" d="100"/>
        </p:scale>
        <p:origin x="216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748242"/>
            <a:ext cx="9601200" cy="1591733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2401359"/>
            <a:ext cx="9601200" cy="1103841"/>
          </a:xfrm>
        </p:spPr>
        <p:txBody>
          <a:bodyPr/>
          <a:lstStyle>
            <a:lvl1pPr marL="0" indent="0" algn="ctr">
              <a:buNone/>
              <a:defRPr sz="1600"/>
            </a:lvl1pPr>
            <a:lvl2pPr marL="304815" indent="0" algn="ctr">
              <a:buNone/>
              <a:defRPr sz="1333"/>
            </a:lvl2pPr>
            <a:lvl3pPr marL="609630" indent="0" algn="ctr">
              <a:buNone/>
              <a:defRPr sz="1200"/>
            </a:lvl3pPr>
            <a:lvl4pPr marL="914446" indent="0" algn="ctr">
              <a:buNone/>
              <a:defRPr sz="1067"/>
            </a:lvl4pPr>
            <a:lvl5pPr marL="1219261" indent="0" algn="ctr">
              <a:buNone/>
              <a:defRPr sz="1067"/>
            </a:lvl5pPr>
            <a:lvl6pPr marL="1524076" indent="0" algn="ctr">
              <a:buNone/>
              <a:defRPr sz="1067"/>
            </a:lvl6pPr>
            <a:lvl7pPr marL="1828891" indent="0" algn="ctr">
              <a:buNone/>
              <a:defRPr sz="1067"/>
            </a:lvl7pPr>
            <a:lvl8pPr marL="2133707" indent="0" algn="ctr">
              <a:buNone/>
              <a:defRPr sz="1067"/>
            </a:lvl8pPr>
            <a:lvl9pPr marL="2438522" indent="0" algn="ctr">
              <a:buNone/>
              <a:defRPr sz="10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614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96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2" y="1139826"/>
            <a:ext cx="11041380" cy="19018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2" y="3059642"/>
            <a:ext cx="11041380" cy="1000125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1pPr>
            <a:lvl2pPr marL="304815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2pPr>
            <a:lvl3pPr marL="60963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3pPr>
            <a:lvl4pPr marL="91444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4pPr>
            <a:lvl5pPr marL="121926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5pPr>
            <a:lvl6pPr marL="152407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6pPr>
            <a:lvl7pPr marL="182889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7pPr>
            <a:lvl8pPr marL="2133707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8pPr>
            <a:lvl9pPr marL="2438522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74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1217083"/>
            <a:ext cx="544068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1217083"/>
            <a:ext cx="544068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639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243417"/>
            <a:ext cx="1104138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8" y="1120775"/>
            <a:ext cx="5415676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8" y="1670050"/>
            <a:ext cx="5415676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0" y="1120775"/>
            <a:ext cx="5442347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0" y="1670050"/>
            <a:ext cx="5442347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003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224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630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304800"/>
            <a:ext cx="4128849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658284"/>
            <a:ext cx="6480810" cy="3249083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1371600"/>
            <a:ext cx="4128849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375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304800"/>
            <a:ext cx="4128849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658284"/>
            <a:ext cx="6480810" cy="3249083"/>
          </a:xfrm>
        </p:spPr>
        <p:txBody>
          <a:bodyPr anchor="t"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1371600"/>
            <a:ext cx="4128849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701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701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5" y="243416"/>
            <a:ext cx="2760345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0" y="243416"/>
            <a:ext cx="8121015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255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243417"/>
            <a:ext cx="1104138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1217083"/>
            <a:ext cx="1104138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4237567"/>
            <a:ext cx="288036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E0E7C0-913F-DD43-9BB8-9736EE70D747}" type="datetimeFigureOut">
              <a:rPr lang="en-US" smtClean="0"/>
              <a:t>6/13/25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4237567"/>
            <a:ext cx="432054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4237567"/>
            <a:ext cx="288036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941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12630D4-618A-1AE0-8E90-6C56E74AAE9E}"/>
              </a:ext>
            </a:extLst>
          </p:cNvPr>
          <p:cNvGrpSpPr/>
          <p:nvPr/>
        </p:nvGrpSpPr>
        <p:grpSpPr>
          <a:xfrm>
            <a:off x="108594" y="291699"/>
            <a:ext cx="12584412" cy="3988602"/>
            <a:chOff x="108594" y="2116782"/>
            <a:chExt cx="12584412" cy="3988602"/>
          </a:xfrm>
        </p:grpSpPr>
        <p:pic>
          <p:nvPicPr>
            <p:cNvPr id="3" name="Picture 2" descr="A graph with a blue line&#10;&#10;AI-generated content may be incorrect.">
              <a:extLst>
                <a:ext uri="{FF2B5EF4-FFF2-40B4-BE49-F238E27FC236}">
                  <a16:creationId xmlns:a16="http://schemas.microsoft.com/office/drawing/2014/main" id="{99C05FE1-467C-0FFE-680B-972868FFC1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594" y="2116782"/>
              <a:ext cx="12584412" cy="3988602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B290292-CB44-0A41-2A58-23CDD5D3FFEA}"/>
                    </a:ext>
                  </a:extLst>
                </p:cNvPr>
                <p:cNvSpPr txBox="1"/>
                <p:nvPr/>
              </p:nvSpPr>
              <p:spPr>
                <a:xfrm>
                  <a:off x="239856" y="2291294"/>
                  <a:ext cx="4984728" cy="222426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1600" dirty="0">
                      <a:latin typeface="Cambria Math" panose="02040503050406030204" pitchFamily="18" charset="0"/>
                    </a:rPr>
                    <a:t>Logistic equation with death</a:t>
                  </a: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𝑚𝑎𝑥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den>
                        </m:f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p>
                              <m:sSup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1600" i="1" dirty="0">
                    <a:latin typeface="Cambria Math" panose="02040503050406030204" pitchFamily="18" charset="0"/>
                  </a:endParaRP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𝑑𝑃</m:t>
                            </m:r>
                          </m:num>
                          <m:den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𝑚𝑎𝑥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den>
                        </m:f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6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16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𝑑𝐷</m:t>
                            </m:r>
                          </m:num>
                          <m:den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1600" dirty="0"/>
                </a:p>
                <a:p>
                  <a:endParaRPr lang="en-US" sz="1600" dirty="0"/>
                </a:p>
                <a:p>
                  <a:endParaRPr lang="en-US" sz="1600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B290292-CB44-0A41-2A58-23CDD5D3FF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856" y="2291294"/>
                  <a:ext cx="4984728" cy="2224263"/>
                </a:xfrm>
                <a:prstGeom prst="rect">
                  <a:avLst/>
                </a:prstGeom>
                <a:blipFill>
                  <a:blip r:embed="rId3"/>
                  <a:stretch>
                    <a:fillRect t="-28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5F33C59-4D2F-224C-F312-DEF32E64DC22}"/>
                </a:ext>
              </a:extLst>
            </p:cNvPr>
            <p:cNvSpPr txBox="1"/>
            <p:nvPr/>
          </p:nvSpPr>
          <p:spPr>
            <a:xfrm>
              <a:off x="993552" y="5080183"/>
              <a:ext cx="442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(a)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49D501-B821-7666-03DE-D0E020AA4C50}"/>
                </a:ext>
              </a:extLst>
            </p:cNvPr>
            <p:cNvSpPr txBox="1"/>
            <p:nvPr/>
          </p:nvSpPr>
          <p:spPr>
            <a:xfrm>
              <a:off x="5103047" y="2407486"/>
              <a:ext cx="4491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(b)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6B2152A-3A5A-60DA-A7DF-E3F194997911}"/>
                </a:ext>
              </a:extLst>
            </p:cNvPr>
            <p:cNvSpPr txBox="1"/>
            <p:nvPr/>
          </p:nvSpPr>
          <p:spPr>
            <a:xfrm>
              <a:off x="9256226" y="2397543"/>
              <a:ext cx="4491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(c)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D38CDE6-2DA9-73A1-D57C-2131E8F43210}"/>
              </a:ext>
            </a:extLst>
          </p:cNvPr>
          <p:cNvSpPr txBox="1"/>
          <p:nvPr/>
        </p:nvSpPr>
        <p:spPr>
          <a:xfrm>
            <a:off x="2386389" y="9623"/>
            <a:ext cx="691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D54D07-8B64-B466-0B0F-B1D0177E260B}"/>
              </a:ext>
            </a:extLst>
          </p:cNvPr>
          <p:cNvSpPr txBox="1"/>
          <p:nvPr/>
        </p:nvSpPr>
        <p:spPr>
          <a:xfrm>
            <a:off x="6454297" y="96879"/>
            <a:ext cx="691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P+D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6B1046-8CC3-4811-3CFF-AE8CF5307A5C}"/>
              </a:ext>
            </a:extLst>
          </p:cNvPr>
          <p:cNvSpPr txBox="1"/>
          <p:nvPr/>
        </p:nvSpPr>
        <p:spPr>
          <a:xfrm>
            <a:off x="10522205" y="96879"/>
            <a:ext cx="691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035555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</TotalTime>
  <Words>32</Words>
  <Application>Microsoft Macintosh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Raunak Dey</dc:creator>
  <cp:lastModifiedBy>Raunak Dey</cp:lastModifiedBy>
  <cp:revision>24</cp:revision>
  <dcterms:created xsi:type="dcterms:W3CDTF">2025-06-09T20:32:34Z</dcterms:created>
  <dcterms:modified xsi:type="dcterms:W3CDTF">2025-06-13T20:15:26Z</dcterms:modified>
</cp:coreProperties>
</file>