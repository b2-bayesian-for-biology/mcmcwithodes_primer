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6" r:id="rId1"/>
  </p:sldMasterIdLst>
  <p:sldIdLst>
    <p:sldId id="256" r:id="rId2"/>
  </p:sldIdLst>
  <p:sldSz cx="12801600" cy="82296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448"/>
    <p:restoredTop sz="94653"/>
  </p:normalViewPr>
  <p:slideViewPr>
    <p:cSldViewPr snapToGrid="0">
      <p:cViewPr varScale="1">
        <p:scale>
          <a:sx n="141" d="100"/>
          <a:sy n="141" d="100"/>
        </p:scale>
        <p:origin x="170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00200" y="1346836"/>
            <a:ext cx="9601200" cy="2865120"/>
          </a:xfrm>
        </p:spPr>
        <p:txBody>
          <a:bodyPr anchor="b"/>
          <a:lstStyle>
            <a:lvl1pPr algn="ctr">
              <a:defRPr sz="63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00200" y="4322446"/>
            <a:ext cx="9601200" cy="1986914"/>
          </a:xfrm>
        </p:spPr>
        <p:txBody>
          <a:bodyPr/>
          <a:lstStyle>
            <a:lvl1pPr marL="0" indent="0" algn="ctr">
              <a:buNone/>
              <a:defRPr sz="2520"/>
            </a:lvl1pPr>
            <a:lvl2pPr marL="480060" indent="0" algn="ctr">
              <a:buNone/>
              <a:defRPr sz="2100"/>
            </a:lvl2pPr>
            <a:lvl3pPr marL="960120" indent="0" algn="ctr">
              <a:buNone/>
              <a:defRPr sz="1890"/>
            </a:lvl3pPr>
            <a:lvl4pPr marL="1440180" indent="0" algn="ctr">
              <a:buNone/>
              <a:defRPr sz="1680"/>
            </a:lvl4pPr>
            <a:lvl5pPr marL="1920240" indent="0" algn="ctr">
              <a:buNone/>
              <a:defRPr sz="1680"/>
            </a:lvl5pPr>
            <a:lvl6pPr marL="2400300" indent="0" algn="ctr">
              <a:buNone/>
              <a:defRPr sz="1680"/>
            </a:lvl6pPr>
            <a:lvl7pPr marL="2880360" indent="0" algn="ctr">
              <a:buNone/>
              <a:defRPr sz="1680"/>
            </a:lvl7pPr>
            <a:lvl8pPr marL="3360420" indent="0" algn="ctr">
              <a:buNone/>
              <a:defRPr sz="1680"/>
            </a:lvl8pPr>
            <a:lvl9pPr marL="3840480" indent="0" algn="ctr">
              <a:buNone/>
              <a:defRPr sz="168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E0E7C0-913F-DD43-9BB8-9736EE70D747}" type="datetimeFigureOut">
              <a:rPr lang="en-US" smtClean="0"/>
              <a:t>6/16/25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B1566-3264-0345-829A-BCC1AF9054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87669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E0E7C0-913F-DD43-9BB8-9736EE70D747}" type="datetimeFigureOut">
              <a:rPr lang="en-US" smtClean="0"/>
              <a:t>6/16/25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B1566-3264-0345-829A-BCC1AF9054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24614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3442" y="2051686"/>
            <a:ext cx="11041380" cy="3423284"/>
          </a:xfrm>
        </p:spPr>
        <p:txBody>
          <a:bodyPr anchor="b"/>
          <a:lstStyle>
            <a:lvl1pPr>
              <a:defRPr sz="63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73442" y="5507356"/>
            <a:ext cx="11041380" cy="1800224"/>
          </a:xfrm>
        </p:spPr>
        <p:txBody>
          <a:bodyPr/>
          <a:lstStyle>
            <a:lvl1pPr marL="0" indent="0">
              <a:buNone/>
              <a:defRPr sz="2520">
                <a:solidFill>
                  <a:schemeClr val="tx1">
                    <a:tint val="82000"/>
                  </a:schemeClr>
                </a:solidFill>
              </a:defRPr>
            </a:lvl1pPr>
            <a:lvl2pPr marL="480060" indent="0">
              <a:buNone/>
              <a:defRPr sz="2100">
                <a:solidFill>
                  <a:schemeClr val="tx1">
                    <a:tint val="82000"/>
                  </a:schemeClr>
                </a:solidFill>
              </a:defRPr>
            </a:lvl2pPr>
            <a:lvl3pPr marL="960120" indent="0">
              <a:buNone/>
              <a:defRPr sz="1890">
                <a:solidFill>
                  <a:schemeClr val="tx1">
                    <a:tint val="82000"/>
                  </a:schemeClr>
                </a:solidFill>
              </a:defRPr>
            </a:lvl3pPr>
            <a:lvl4pPr marL="1440180" indent="0">
              <a:buNone/>
              <a:defRPr sz="1680">
                <a:solidFill>
                  <a:schemeClr val="tx1">
                    <a:tint val="82000"/>
                  </a:schemeClr>
                </a:solidFill>
              </a:defRPr>
            </a:lvl4pPr>
            <a:lvl5pPr marL="1920240" indent="0">
              <a:buNone/>
              <a:defRPr sz="1680">
                <a:solidFill>
                  <a:schemeClr val="tx1">
                    <a:tint val="82000"/>
                  </a:schemeClr>
                </a:solidFill>
              </a:defRPr>
            </a:lvl5pPr>
            <a:lvl6pPr marL="2400300" indent="0">
              <a:buNone/>
              <a:defRPr sz="1680">
                <a:solidFill>
                  <a:schemeClr val="tx1">
                    <a:tint val="82000"/>
                  </a:schemeClr>
                </a:solidFill>
              </a:defRPr>
            </a:lvl6pPr>
            <a:lvl7pPr marL="2880360" indent="0">
              <a:buNone/>
              <a:defRPr sz="1680">
                <a:solidFill>
                  <a:schemeClr val="tx1">
                    <a:tint val="82000"/>
                  </a:schemeClr>
                </a:solidFill>
              </a:defRPr>
            </a:lvl7pPr>
            <a:lvl8pPr marL="3360420" indent="0">
              <a:buNone/>
              <a:defRPr sz="1680">
                <a:solidFill>
                  <a:schemeClr val="tx1">
                    <a:tint val="82000"/>
                  </a:schemeClr>
                </a:solidFill>
              </a:defRPr>
            </a:lvl8pPr>
            <a:lvl9pPr marL="3840480" indent="0">
              <a:buNone/>
              <a:defRPr sz="168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E0E7C0-913F-DD43-9BB8-9736EE70D747}" type="datetimeFigureOut">
              <a:rPr lang="en-US" smtClean="0"/>
              <a:t>6/16/25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B1566-3264-0345-829A-BCC1AF9054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9557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80110" y="2190750"/>
            <a:ext cx="5440680" cy="52216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80810" y="2190750"/>
            <a:ext cx="5440680" cy="52216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E0E7C0-913F-DD43-9BB8-9736EE70D747}" type="datetimeFigureOut">
              <a:rPr lang="en-US" smtClean="0"/>
              <a:t>6/16/25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B1566-3264-0345-829A-BCC1AF9054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3592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1777" y="438150"/>
            <a:ext cx="11041380" cy="159067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1778" y="2017396"/>
            <a:ext cx="5415676" cy="988694"/>
          </a:xfrm>
        </p:spPr>
        <p:txBody>
          <a:bodyPr anchor="b"/>
          <a:lstStyle>
            <a:lvl1pPr marL="0" indent="0">
              <a:buNone/>
              <a:defRPr sz="2520" b="1"/>
            </a:lvl1pPr>
            <a:lvl2pPr marL="480060" indent="0">
              <a:buNone/>
              <a:defRPr sz="2100" b="1"/>
            </a:lvl2pPr>
            <a:lvl3pPr marL="960120" indent="0">
              <a:buNone/>
              <a:defRPr sz="1890" b="1"/>
            </a:lvl3pPr>
            <a:lvl4pPr marL="1440180" indent="0">
              <a:buNone/>
              <a:defRPr sz="1680" b="1"/>
            </a:lvl4pPr>
            <a:lvl5pPr marL="1920240" indent="0">
              <a:buNone/>
              <a:defRPr sz="1680" b="1"/>
            </a:lvl5pPr>
            <a:lvl6pPr marL="2400300" indent="0">
              <a:buNone/>
              <a:defRPr sz="1680" b="1"/>
            </a:lvl6pPr>
            <a:lvl7pPr marL="2880360" indent="0">
              <a:buNone/>
              <a:defRPr sz="1680" b="1"/>
            </a:lvl7pPr>
            <a:lvl8pPr marL="3360420" indent="0">
              <a:buNone/>
              <a:defRPr sz="1680" b="1"/>
            </a:lvl8pPr>
            <a:lvl9pPr marL="3840480" indent="0">
              <a:buNone/>
              <a:defRPr sz="168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81778" y="3006090"/>
            <a:ext cx="5415676" cy="44215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80810" y="2017396"/>
            <a:ext cx="5442347" cy="988694"/>
          </a:xfrm>
        </p:spPr>
        <p:txBody>
          <a:bodyPr anchor="b"/>
          <a:lstStyle>
            <a:lvl1pPr marL="0" indent="0">
              <a:buNone/>
              <a:defRPr sz="2520" b="1"/>
            </a:lvl1pPr>
            <a:lvl2pPr marL="480060" indent="0">
              <a:buNone/>
              <a:defRPr sz="2100" b="1"/>
            </a:lvl2pPr>
            <a:lvl3pPr marL="960120" indent="0">
              <a:buNone/>
              <a:defRPr sz="1890" b="1"/>
            </a:lvl3pPr>
            <a:lvl4pPr marL="1440180" indent="0">
              <a:buNone/>
              <a:defRPr sz="1680" b="1"/>
            </a:lvl4pPr>
            <a:lvl5pPr marL="1920240" indent="0">
              <a:buNone/>
              <a:defRPr sz="1680" b="1"/>
            </a:lvl5pPr>
            <a:lvl6pPr marL="2400300" indent="0">
              <a:buNone/>
              <a:defRPr sz="1680" b="1"/>
            </a:lvl6pPr>
            <a:lvl7pPr marL="2880360" indent="0">
              <a:buNone/>
              <a:defRPr sz="1680" b="1"/>
            </a:lvl7pPr>
            <a:lvl8pPr marL="3360420" indent="0">
              <a:buNone/>
              <a:defRPr sz="1680" b="1"/>
            </a:lvl8pPr>
            <a:lvl9pPr marL="3840480" indent="0">
              <a:buNone/>
              <a:defRPr sz="168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80810" y="3006090"/>
            <a:ext cx="5442347" cy="44215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E0E7C0-913F-DD43-9BB8-9736EE70D747}" type="datetimeFigureOut">
              <a:rPr lang="en-US" smtClean="0"/>
              <a:t>6/16/25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B1566-3264-0345-829A-BCC1AF9054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73125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E0E7C0-913F-DD43-9BB8-9736EE70D747}" type="datetimeFigureOut">
              <a:rPr lang="en-US" smtClean="0"/>
              <a:t>6/16/25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B1566-3264-0345-829A-BCC1AF9054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10182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E0E7C0-913F-DD43-9BB8-9736EE70D747}" type="datetimeFigureOut">
              <a:rPr lang="en-US" smtClean="0"/>
              <a:t>6/16/25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B1566-3264-0345-829A-BCC1AF9054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62298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1778" y="548640"/>
            <a:ext cx="4128849" cy="1920240"/>
          </a:xfrm>
        </p:spPr>
        <p:txBody>
          <a:bodyPr anchor="b"/>
          <a:lstStyle>
            <a:lvl1pPr>
              <a:defRPr sz="33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42347" y="1184911"/>
            <a:ext cx="6480810" cy="5848350"/>
          </a:xfrm>
        </p:spPr>
        <p:txBody>
          <a:bodyPr/>
          <a:lstStyle>
            <a:lvl1pPr>
              <a:defRPr sz="3360"/>
            </a:lvl1pPr>
            <a:lvl2pPr>
              <a:defRPr sz="2940"/>
            </a:lvl2pPr>
            <a:lvl3pPr>
              <a:defRPr sz="252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81778" y="2468880"/>
            <a:ext cx="4128849" cy="4573906"/>
          </a:xfrm>
        </p:spPr>
        <p:txBody>
          <a:bodyPr/>
          <a:lstStyle>
            <a:lvl1pPr marL="0" indent="0">
              <a:buNone/>
              <a:defRPr sz="1680"/>
            </a:lvl1pPr>
            <a:lvl2pPr marL="480060" indent="0">
              <a:buNone/>
              <a:defRPr sz="1470"/>
            </a:lvl2pPr>
            <a:lvl3pPr marL="960120" indent="0">
              <a:buNone/>
              <a:defRPr sz="1260"/>
            </a:lvl3pPr>
            <a:lvl4pPr marL="1440180" indent="0">
              <a:buNone/>
              <a:defRPr sz="1050"/>
            </a:lvl4pPr>
            <a:lvl5pPr marL="1920240" indent="0">
              <a:buNone/>
              <a:defRPr sz="1050"/>
            </a:lvl5pPr>
            <a:lvl6pPr marL="2400300" indent="0">
              <a:buNone/>
              <a:defRPr sz="1050"/>
            </a:lvl6pPr>
            <a:lvl7pPr marL="2880360" indent="0">
              <a:buNone/>
              <a:defRPr sz="1050"/>
            </a:lvl7pPr>
            <a:lvl8pPr marL="3360420" indent="0">
              <a:buNone/>
              <a:defRPr sz="1050"/>
            </a:lvl8pPr>
            <a:lvl9pPr marL="3840480" indent="0">
              <a:buNone/>
              <a:defRPr sz="10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E0E7C0-913F-DD43-9BB8-9736EE70D747}" type="datetimeFigureOut">
              <a:rPr lang="en-US" smtClean="0"/>
              <a:t>6/16/25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B1566-3264-0345-829A-BCC1AF9054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71463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1778" y="548640"/>
            <a:ext cx="4128849" cy="1920240"/>
          </a:xfrm>
        </p:spPr>
        <p:txBody>
          <a:bodyPr anchor="b"/>
          <a:lstStyle>
            <a:lvl1pPr>
              <a:defRPr sz="33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442347" y="1184911"/>
            <a:ext cx="6480810" cy="5848350"/>
          </a:xfrm>
        </p:spPr>
        <p:txBody>
          <a:bodyPr anchor="t"/>
          <a:lstStyle>
            <a:lvl1pPr marL="0" indent="0">
              <a:buNone/>
              <a:defRPr sz="3360"/>
            </a:lvl1pPr>
            <a:lvl2pPr marL="480060" indent="0">
              <a:buNone/>
              <a:defRPr sz="2940"/>
            </a:lvl2pPr>
            <a:lvl3pPr marL="960120" indent="0">
              <a:buNone/>
              <a:defRPr sz="2520"/>
            </a:lvl3pPr>
            <a:lvl4pPr marL="1440180" indent="0">
              <a:buNone/>
              <a:defRPr sz="2100"/>
            </a:lvl4pPr>
            <a:lvl5pPr marL="1920240" indent="0">
              <a:buNone/>
              <a:defRPr sz="2100"/>
            </a:lvl5pPr>
            <a:lvl6pPr marL="2400300" indent="0">
              <a:buNone/>
              <a:defRPr sz="2100"/>
            </a:lvl6pPr>
            <a:lvl7pPr marL="2880360" indent="0">
              <a:buNone/>
              <a:defRPr sz="2100"/>
            </a:lvl7pPr>
            <a:lvl8pPr marL="3360420" indent="0">
              <a:buNone/>
              <a:defRPr sz="2100"/>
            </a:lvl8pPr>
            <a:lvl9pPr marL="3840480" indent="0">
              <a:buNone/>
              <a:defRPr sz="21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81778" y="2468880"/>
            <a:ext cx="4128849" cy="4573906"/>
          </a:xfrm>
        </p:spPr>
        <p:txBody>
          <a:bodyPr/>
          <a:lstStyle>
            <a:lvl1pPr marL="0" indent="0">
              <a:buNone/>
              <a:defRPr sz="1680"/>
            </a:lvl1pPr>
            <a:lvl2pPr marL="480060" indent="0">
              <a:buNone/>
              <a:defRPr sz="1470"/>
            </a:lvl2pPr>
            <a:lvl3pPr marL="960120" indent="0">
              <a:buNone/>
              <a:defRPr sz="1260"/>
            </a:lvl3pPr>
            <a:lvl4pPr marL="1440180" indent="0">
              <a:buNone/>
              <a:defRPr sz="1050"/>
            </a:lvl4pPr>
            <a:lvl5pPr marL="1920240" indent="0">
              <a:buNone/>
              <a:defRPr sz="1050"/>
            </a:lvl5pPr>
            <a:lvl6pPr marL="2400300" indent="0">
              <a:buNone/>
              <a:defRPr sz="1050"/>
            </a:lvl6pPr>
            <a:lvl7pPr marL="2880360" indent="0">
              <a:buNone/>
              <a:defRPr sz="1050"/>
            </a:lvl7pPr>
            <a:lvl8pPr marL="3360420" indent="0">
              <a:buNone/>
              <a:defRPr sz="1050"/>
            </a:lvl8pPr>
            <a:lvl9pPr marL="3840480" indent="0">
              <a:buNone/>
              <a:defRPr sz="10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E0E7C0-913F-DD43-9BB8-9736EE70D747}" type="datetimeFigureOut">
              <a:rPr lang="en-US" smtClean="0"/>
              <a:t>6/16/25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B1566-3264-0345-829A-BCC1AF9054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02990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E0E7C0-913F-DD43-9BB8-9736EE70D747}" type="datetimeFigureOut">
              <a:rPr lang="en-US" smtClean="0"/>
              <a:t>6/16/25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B1566-3264-0345-829A-BCC1AF9054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02937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61145" y="438150"/>
            <a:ext cx="2760345" cy="697420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80110" y="438150"/>
            <a:ext cx="8121015" cy="697420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E0E7C0-913F-DD43-9BB8-9736EE70D747}" type="datetimeFigureOut">
              <a:rPr lang="en-US" smtClean="0"/>
              <a:t>6/16/25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B1566-3264-0345-829A-BCC1AF9054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74714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80110" y="438150"/>
            <a:ext cx="11041380" cy="15906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0110" y="2190750"/>
            <a:ext cx="11041380" cy="52216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0110" y="7627621"/>
            <a:ext cx="288036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6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1E0E7C0-913F-DD43-9BB8-9736EE70D747}" type="datetimeFigureOut">
              <a:rPr lang="en-US" smtClean="0"/>
              <a:t>6/16/25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240530" y="7627621"/>
            <a:ext cx="43205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6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041130" y="7627621"/>
            <a:ext cx="288036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6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C0B1566-3264-0345-829A-BCC1AF9054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08962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60120" rtl="0" eaLnBrk="1" latinLnBrk="0" hangingPunct="1">
        <a:lnSpc>
          <a:spcPct val="90000"/>
        </a:lnSpc>
        <a:spcBef>
          <a:spcPct val="0"/>
        </a:spcBef>
        <a:buNone/>
        <a:defRPr sz="462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40030" indent="-240030" algn="l" defTabSz="960120" rtl="0" eaLnBrk="1" latinLnBrk="0" hangingPunct="1">
        <a:lnSpc>
          <a:spcPct val="90000"/>
        </a:lnSpc>
        <a:spcBef>
          <a:spcPts val="1050"/>
        </a:spcBef>
        <a:buFont typeface="Arial" panose="020B0604020202020204" pitchFamily="34" charset="0"/>
        <a:buChar char="•"/>
        <a:defRPr sz="2940" kern="1200">
          <a:solidFill>
            <a:schemeClr val="tx1"/>
          </a:solidFill>
          <a:latin typeface="+mn-lt"/>
          <a:ea typeface="+mn-ea"/>
          <a:cs typeface="+mn-cs"/>
        </a:defRPr>
      </a:lvl1pPr>
      <a:lvl2pPr marL="72009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2pPr>
      <a:lvl3pPr marL="120015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68021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4pPr>
      <a:lvl5pPr marL="216027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5pPr>
      <a:lvl6pPr marL="264033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6pPr>
      <a:lvl7pPr marL="312039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7pPr>
      <a:lvl8pPr marL="360045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8pPr>
      <a:lvl9pPr marL="408051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1pPr>
      <a:lvl2pPr marL="48006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2pPr>
      <a:lvl3pPr marL="96012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3pPr>
      <a:lvl4pPr marL="144018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4pPr>
      <a:lvl5pPr marL="192024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5pPr>
      <a:lvl6pPr marL="240030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6pPr>
      <a:lvl7pPr marL="288036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7pPr>
      <a:lvl8pPr marL="336042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8pPr>
      <a:lvl9pPr marL="384048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png"/><Relationship Id="rId7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group of graphs showing different types of data&#10;&#10;AI-generated content may be incorrect.">
            <a:extLst>
              <a:ext uri="{FF2B5EF4-FFF2-40B4-BE49-F238E27FC236}">
                <a16:creationId xmlns:a16="http://schemas.microsoft.com/office/drawing/2014/main" id="{83B4B2DE-11DC-21E4-1870-2DC502B5CB9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86154" r="50000"/>
          <a:stretch>
            <a:fillRect/>
          </a:stretch>
        </p:blipFill>
        <p:spPr>
          <a:xfrm>
            <a:off x="5674356" y="5698340"/>
            <a:ext cx="7127244" cy="2302648"/>
          </a:xfrm>
          <a:prstGeom prst="rect">
            <a:avLst/>
          </a:prstGeom>
        </p:spPr>
      </p:pic>
      <p:pic>
        <p:nvPicPr>
          <p:cNvPr id="10" name="Picture 9" descr="A group of graphs showing different types of data&#10;&#10;AI-generated content may be incorrect.">
            <a:extLst>
              <a:ext uri="{FF2B5EF4-FFF2-40B4-BE49-F238E27FC236}">
                <a16:creationId xmlns:a16="http://schemas.microsoft.com/office/drawing/2014/main" id="{91316791-34BC-8E90-423B-4623ECFAB24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76192" r="51714"/>
          <a:stretch>
            <a:fillRect/>
          </a:stretch>
        </p:blipFill>
        <p:spPr>
          <a:xfrm>
            <a:off x="0" y="5698341"/>
            <a:ext cx="5620313" cy="231494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3B290292-CB44-0A41-2A58-23CDD5D3FFEA}"/>
                  </a:ext>
                </a:extLst>
              </p:cNvPr>
              <p:cNvSpPr txBox="1"/>
              <p:nvPr/>
            </p:nvSpPr>
            <p:spPr>
              <a:xfrm>
                <a:off x="6615256" y="43394"/>
                <a:ext cx="4984728" cy="188872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n-US" dirty="0">
                    <a:latin typeface="Cambria Math" panose="02040503050406030204" pitchFamily="18" charset="0"/>
                  </a:rPr>
                  <a:t>Logistic equation with death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𝑑𝑃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>
                              <a:latin typeface="Cambria Math" panose="02040503050406030204" pitchFamily="18" charset="0"/>
                            </a:rPr>
                            <m:t>1−</m:t>
                          </m:r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P</m:t>
                              </m:r>
                            </m:num>
                            <m:den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K</m:t>
                              </m:r>
                            </m:den>
                          </m:f>
                        </m:e>
                      </m:d>
                      <m:r>
                        <a:rPr lang="en-US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𝛿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𝑃</m:t>
                      </m:r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𝑑𝐷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𝛿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𝑃</m:t>
                      </m:r>
                    </m:oMath>
                  </m:oMathPara>
                </a14:m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3B290292-CB44-0A41-2A58-23CDD5D3FF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15256" y="43394"/>
                <a:ext cx="4984728" cy="1888722"/>
              </a:xfrm>
              <a:prstGeom prst="rect">
                <a:avLst/>
              </a:prstGeom>
              <a:blipFill>
                <a:blip r:embed="rId5"/>
                <a:stretch>
                  <a:fillRect t="-4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360668DB-68D5-9C5F-B8C9-199AC6312BC6}"/>
                  </a:ext>
                </a:extLst>
              </p:cNvPr>
              <p:cNvSpPr txBox="1"/>
              <p:nvPr/>
            </p:nvSpPr>
            <p:spPr>
              <a:xfrm>
                <a:off x="342900" y="54286"/>
                <a:ext cx="4984728" cy="80881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n-US" dirty="0">
                    <a:latin typeface="Cambria Math" panose="02040503050406030204" pitchFamily="18" charset="0"/>
                  </a:rPr>
                  <a:t>Logistic equation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𝑑𝑃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>
                              <a:latin typeface="Cambria Math" panose="02040503050406030204" pitchFamily="18" charset="0"/>
                            </a:rPr>
                            <m:t>1−</m:t>
                          </m:r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P</m:t>
                              </m:r>
                            </m:num>
                            <m:den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K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360668DB-68D5-9C5F-B8C9-199AC6312B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2900" y="54286"/>
                <a:ext cx="4984728" cy="808811"/>
              </a:xfrm>
              <a:prstGeom prst="rect">
                <a:avLst/>
              </a:prstGeom>
              <a:blipFill>
                <a:blip r:embed="rId6"/>
                <a:stretch>
                  <a:fillRect t="-9231" b="-61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5" name="Picture 14" descr="A graph with dots and numbers&#10;&#10;AI-generated content may be incorrect.">
            <a:extLst>
              <a:ext uri="{FF2B5EF4-FFF2-40B4-BE49-F238E27FC236}">
                <a16:creationId xmlns:a16="http://schemas.microsoft.com/office/drawing/2014/main" id="{03F96D17-54FB-2260-8C36-BEE1C290BF4E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r="47059"/>
          <a:stretch>
            <a:fillRect/>
          </a:stretch>
        </p:blipFill>
        <p:spPr>
          <a:xfrm>
            <a:off x="520700" y="1555096"/>
            <a:ext cx="4227332" cy="399248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55F33C59-4D2F-224C-F312-DEF32E64DC22}"/>
              </a:ext>
            </a:extLst>
          </p:cNvPr>
          <p:cNvSpPr txBox="1"/>
          <p:nvPr/>
        </p:nvSpPr>
        <p:spPr>
          <a:xfrm>
            <a:off x="980530" y="1747450"/>
            <a:ext cx="4421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(a)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B49D501-B821-7666-03DE-D0E020AA4C50}"/>
              </a:ext>
            </a:extLst>
          </p:cNvPr>
          <p:cNvSpPr txBox="1"/>
          <p:nvPr/>
        </p:nvSpPr>
        <p:spPr>
          <a:xfrm>
            <a:off x="296119" y="6489838"/>
            <a:ext cx="4491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(b)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5C3F1E2-3786-85C7-17EA-5442975053E5}"/>
              </a:ext>
            </a:extLst>
          </p:cNvPr>
          <p:cNvSpPr txBox="1"/>
          <p:nvPr/>
        </p:nvSpPr>
        <p:spPr>
          <a:xfrm>
            <a:off x="6136675" y="6547642"/>
            <a:ext cx="4491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(e)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C301FE6-98F9-B27E-4E20-7530D26FDE6E}"/>
              </a:ext>
            </a:extLst>
          </p:cNvPr>
          <p:cNvSpPr txBox="1"/>
          <p:nvPr/>
        </p:nvSpPr>
        <p:spPr>
          <a:xfrm>
            <a:off x="1828521" y="7874862"/>
            <a:ext cx="13391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 (cells/day)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278F339-3AB4-2E37-96FF-5CA21EC39521}"/>
              </a:ext>
            </a:extLst>
          </p:cNvPr>
          <p:cNvSpPr txBox="1"/>
          <p:nvPr/>
        </p:nvSpPr>
        <p:spPr>
          <a:xfrm rot="16200000">
            <a:off x="-196579" y="3172940"/>
            <a:ext cx="1514389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Total cells/ml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85EF332-F83C-4AD4-31B9-3530B71B7A9F}"/>
              </a:ext>
            </a:extLst>
          </p:cNvPr>
          <p:cNvSpPr txBox="1"/>
          <p:nvPr/>
        </p:nvSpPr>
        <p:spPr>
          <a:xfrm>
            <a:off x="2151160" y="5329008"/>
            <a:ext cx="1317990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Time (days)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96DC4BF-CBB2-0250-1228-A8CB872601A7}"/>
              </a:ext>
            </a:extLst>
          </p:cNvPr>
          <p:cNvSpPr txBox="1"/>
          <p:nvPr/>
        </p:nvSpPr>
        <p:spPr>
          <a:xfrm>
            <a:off x="2599318" y="1230174"/>
            <a:ext cx="4216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00C9E40-3A80-3E72-BB83-6CD5D3935E97}"/>
              </a:ext>
            </a:extLst>
          </p:cNvPr>
          <p:cNvSpPr txBox="1"/>
          <p:nvPr/>
        </p:nvSpPr>
        <p:spPr>
          <a:xfrm>
            <a:off x="8356582" y="7874085"/>
            <a:ext cx="13391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 (cells/day)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009848E5-AECC-1A95-D1DB-531E1038ABE0}"/>
              </a:ext>
            </a:extLst>
          </p:cNvPr>
          <p:cNvGrpSpPr/>
          <p:nvPr/>
        </p:nvGrpSpPr>
        <p:grpSpPr>
          <a:xfrm>
            <a:off x="4825396" y="1369332"/>
            <a:ext cx="7961502" cy="4362910"/>
            <a:chOff x="4906873" y="1369332"/>
            <a:chExt cx="7961502" cy="4362910"/>
          </a:xfrm>
        </p:grpSpPr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B0BBD4FA-682C-C719-01EA-01771C944E7E}"/>
                </a:ext>
              </a:extLst>
            </p:cNvPr>
            <p:cNvGrpSpPr/>
            <p:nvPr/>
          </p:nvGrpSpPr>
          <p:grpSpPr>
            <a:xfrm>
              <a:off x="5029200" y="1369332"/>
              <a:ext cx="7839175" cy="4362910"/>
              <a:chOff x="5029200" y="1369332"/>
              <a:chExt cx="7839175" cy="4362910"/>
            </a:xfrm>
          </p:grpSpPr>
          <p:pic>
            <p:nvPicPr>
              <p:cNvPr id="25" name="Picture 24" descr="A graph of a curve&#10;&#10;AI-generated content may be incorrect.">
                <a:extLst>
                  <a:ext uri="{FF2B5EF4-FFF2-40B4-BE49-F238E27FC236}">
                    <a16:creationId xmlns:a16="http://schemas.microsoft.com/office/drawing/2014/main" id="{BCBA5E93-0483-B843-6426-CB4BD42FFC8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rcRect l="49516"/>
              <a:stretch>
                <a:fillRect/>
              </a:stretch>
            </p:blipFill>
            <p:spPr>
              <a:xfrm>
                <a:off x="8944600" y="1562784"/>
                <a:ext cx="3923775" cy="3992481"/>
              </a:xfrm>
              <a:prstGeom prst="rect">
                <a:avLst/>
              </a:prstGeom>
            </p:spPr>
          </p:pic>
          <p:pic>
            <p:nvPicPr>
              <p:cNvPr id="5" name="Picture 4" descr="A graph of a curve&#10;&#10;AI-generated content may be incorrect.">
                <a:extLst>
                  <a:ext uri="{FF2B5EF4-FFF2-40B4-BE49-F238E27FC236}">
                    <a16:creationId xmlns:a16="http://schemas.microsoft.com/office/drawing/2014/main" id="{51912D03-1A68-B855-1416-02794B5B049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rcRect r="51455"/>
              <a:stretch>
                <a:fillRect/>
              </a:stretch>
            </p:blipFill>
            <p:spPr>
              <a:xfrm>
                <a:off x="5029200" y="1555095"/>
                <a:ext cx="3773149" cy="3992481"/>
              </a:xfrm>
              <a:prstGeom prst="rect">
                <a:avLst/>
              </a:prstGeom>
            </p:spPr>
          </p:pic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46B2152A-3A5A-60DA-A7DF-E3F194997911}"/>
                  </a:ext>
                </a:extLst>
              </p:cNvPr>
              <p:cNvSpPr txBox="1"/>
              <p:nvPr/>
            </p:nvSpPr>
            <p:spPr>
              <a:xfrm>
                <a:off x="5509726" y="1747450"/>
                <a:ext cx="44916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(c)</a:t>
                </a:r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D553F0D3-08B9-AAC4-819B-CC06E0079964}"/>
                  </a:ext>
                </a:extLst>
              </p:cNvPr>
              <p:cNvSpPr txBox="1"/>
              <p:nvPr/>
            </p:nvSpPr>
            <p:spPr>
              <a:xfrm>
                <a:off x="9363919" y="1747450"/>
                <a:ext cx="44916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(d)</a:t>
                </a:r>
              </a:p>
            </p:txBody>
          </p:sp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ED4589A-3174-FBE7-F1BA-4BC371665EE9}"/>
                  </a:ext>
                </a:extLst>
              </p:cNvPr>
              <p:cNvSpPr txBox="1"/>
              <p:nvPr/>
            </p:nvSpPr>
            <p:spPr>
              <a:xfrm>
                <a:off x="6801593" y="1369332"/>
                <a:ext cx="99946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P+D</a:t>
                </a:r>
              </a:p>
            </p:txBody>
          </p:sp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BDA6943-6CD9-5595-8E87-B005D9BA9068}"/>
                  </a:ext>
                </a:extLst>
              </p:cNvPr>
              <p:cNvSpPr txBox="1"/>
              <p:nvPr/>
            </p:nvSpPr>
            <p:spPr>
              <a:xfrm>
                <a:off x="10701599" y="1370429"/>
                <a:ext cx="99946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D</a:t>
                </a:r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BFACED4-7A7D-E0CD-6C2C-FB60C41A95D6}"/>
                  </a:ext>
                </a:extLst>
              </p:cNvPr>
              <p:cNvSpPr txBox="1"/>
              <p:nvPr/>
            </p:nvSpPr>
            <p:spPr>
              <a:xfrm rot="16200000">
                <a:off x="8042654" y="3020349"/>
                <a:ext cx="1888723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Dead cells/ml</a:t>
                </a:r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A4BFF06-D047-02F9-9205-07E0856313B0}"/>
                  </a:ext>
                </a:extLst>
              </p:cNvPr>
              <p:cNvSpPr txBox="1"/>
              <p:nvPr/>
            </p:nvSpPr>
            <p:spPr>
              <a:xfrm>
                <a:off x="6585837" y="5329008"/>
                <a:ext cx="1317990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Time (days)</a:t>
                </a:r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48770BED-7EBA-788B-1D9F-D977C5EB1BAC}"/>
                  </a:ext>
                </a:extLst>
              </p:cNvPr>
              <p:cNvSpPr txBox="1"/>
              <p:nvPr/>
            </p:nvSpPr>
            <p:spPr>
              <a:xfrm>
                <a:off x="10383071" y="5362910"/>
                <a:ext cx="1317990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Time (days)</a:t>
                </a:r>
              </a:p>
            </p:txBody>
          </p:sp>
        </p:grp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30737B7F-F7D5-1D1B-DF13-548F545BF015}"/>
                </a:ext>
              </a:extLst>
            </p:cNvPr>
            <p:cNvSpPr txBox="1"/>
            <p:nvPr/>
          </p:nvSpPr>
          <p:spPr>
            <a:xfrm rot="16200000">
              <a:off x="4334344" y="3207516"/>
              <a:ext cx="1514389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dirty="0"/>
                <a:t>Total cells/ml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355553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56</TotalTime>
  <Words>75</Words>
  <Application>Microsoft Macintosh PowerPoint</Application>
  <PresentationFormat>Custom</PresentationFormat>
  <Paragraphs>21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Cambria Math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Raunak Dey</dc:creator>
  <cp:lastModifiedBy>Raunak Dey</cp:lastModifiedBy>
  <cp:revision>24</cp:revision>
  <dcterms:created xsi:type="dcterms:W3CDTF">2025-06-09T20:32:34Z</dcterms:created>
  <dcterms:modified xsi:type="dcterms:W3CDTF">2025-06-16T15:40:26Z</dcterms:modified>
</cp:coreProperties>
</file>