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28016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9"/>
    <p:restoredTop sz="94694"/>
  </p:normalViewPr>
  <p:slideViewPr>
    <p:cSldViewPr snapToGrid="0">
      <p:cViewPr varScale="1">
        <p:scale>
          <a:sx n="121" d="100"/>
          <a:sy n="121" d="100"/>
        </p:scale>
        <p:origin x="2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122363"/>
            <a:ext cx="9601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3602038"/>
            <a:ext cx="96012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9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1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1709738"/>
            <a:ext cx="1104138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4589464"/>
            <a:ext cx="110413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7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1825625"/>
            <a:ext cx="54406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1825625"/>
            <a:ext cx="54406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1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365126"/>
            <a:ext cx="1104138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1681163"/>
            <a:ext cx="54156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2505075"/>
            <a:ext cx="541567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1681163"/>
            <a:ext cx="544234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2505075"/>
            <a:ext cx="544234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9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7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18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457200"/>
            <a:ext cx="41288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987426"/>
            <a:ext cx="648081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057400"/>
            <a:ext cx="41288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1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457200"/>
            <a:ext cx="41288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987426"/>
            <a:ext cx="648081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057400"/>
            <a:ext cx="41288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91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5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365125"/>
            <a:ext cx="276034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365125"/>
            <a:ext cx="812101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365126"/>
            <a:ext cx="110413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825625"/>
            <a:ext cx="110413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6356351"/>
            <a:ext cx="2880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6356351"/>
            <a:ext cx="43205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6356351"/>
            <a:ext cx="2880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with blue dots&#10;&#10;AI-generated content may be incorrect.">
            <a:extLst>
              <a:ext uri="{FF2B5EF4-FFF2-40B4-BE49-F238E27FC236}">
                <a16:creationId xmlns:a16="http://schemas.microsoft.com/office/drawing/2014/main" id="{B9CC7162-7DAC-8228-65CA-033EF98BA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388" y="3429000"/>
            <a:ext cx="5654418" cy="32660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6F2DB7-5F2C-ED39-CF85-3C3974F30BEF}"/>
              </a:ext>
            </a:extLst>
          </p:cNvPr>
          <p:cNvSpPr txBox="1"/>
          <p:nvPr/>
        </p:nvSpPr>
        <p:spPr>
          <a:xfrm>
            <a:off x="7816872" y="3773214"/>
            <a:ext cx="385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E58458-9164-3E68-CFA6-1A1CFAAB2700}"/>
                  </a:ext>
                </a:extLst>
              </p:cNvPr>
              <p:cNvSpPr txBox="1"/>
              <p:nvPr/>
            </p:nvSpPr>
            <p:spPr>
              <a:xfrm>
                <a:off x="7476233" y="1038546"/>
                <a:ext cx="4984728" cy="1351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𝑑𝑃</m:t>
                        </m:r>
                      </m:num>
                      <m:den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latin typeface="Cambria Math" panose="02040503050406030204" pitchFamily="18" charset="0"/>
                  </a:rPr>
                  <a:t>(ODE model with only microbial growth)</a:t>
                </a:r>
              </a:p>
              <a:p>
                <a:endParaRPr lang="en-US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𝑑𝑃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(ODE model with growth and death)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E58458-9164-3E68-CFA6-1A1CFAAB2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233" y="1038546"/>
                <a:ext cx="4984728" cy="1351909"/>
              </a:xfrm>
              <a:prstGeom prst="rect">
                <a:avLst/>
              </a:prstGeom>
              <a:blipFill>
                <a:blip r:embed="rId3"/>
                <a:stretch>
                  <a:fillRect l="-1015" r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oup of graphs with numbers and lines&#10;&#10;AI-generated content may be incorrect.">
            <a:extLst>
              <a:ext uri="{FF2B5EF4-FFF2-40B4-BE49-F238E27FC236}">
                <a16:creationId xmlns:a16="http://schemas.microsoft.com/office/drawing/2014/main" id="{AE1A9B6C-7649-BFF5-0419-16D7231E2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3222" y="0"/>
            <a:ext cx="7141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5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27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Raunak Dey</dc:creator>
  <cp:lastModifiedBy>Raunak Dey</cp:lastModifiedBy>
  <cp:revision>13</cp:revision>
  <dcterms:created xsi:type="dcterms:W3CDTF">2025-06-09T20:32:34Z</dcterms:created>
  <dcterms:modified xsi:type="dcterms:W3CDTF">2025-06-13T17:16:06Z</dcterms:modified>
</cp:coreProperties>
</file>