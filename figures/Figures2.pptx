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128016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79"/>
    <p:restoredTop sz="94694"/>
  </p:normalViewPr>
  <p:slideViewPr>
    <p:cSldViewPr snapToGrid="0">
      <p:cViewPr varScale="1">
        <p:scale>
          <a:sx n="121" d="100"/>
          <a:sy n="121" d="100"/>
        </p:scale>
        <p:origin x="28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1122363"/>
            <a:ext cx="96012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3602038"/>
            <a:ext cx="96012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0E7C0-913F-DD43-9BB8-9736EE70D747}" type="datetimeFigureOut">
              <a:rPr lang="en-US" smtClean="0"/>
              <a:t>6/10/25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B1566-3264-0345-829A-BCC1AF905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991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0E7C0-913F-DD43-9BB8-9736EE70D747}" type="datetimeFigureOut">
              <a:rPr lang="en-US" smtClean="0"/>
              <a:t>6/10/25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B1566-3264-0345-829A-BCC1AF905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116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2" y="1709738"/>
            <a:ext cx="1104138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2" y="4589464"/>
            <a:ext cx="110413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0E7C0-913F-DD43-9BB8-9736EE70D747}" type="datetimeFigureOut">
              <a:rPr lang="en-US" smtClean="0"/>
              <a:t>6/10/25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B1566-3264-0345-829A-BCC1AF905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079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1825625"/>
            <a:ext cx="544068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1825625"/>
            <a:ext cx="544068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0E7C0-913F-DD43-9BB8-9736EE70D747}" type="datetimeFigureOut">
              <a:rPr lang="en-US" smtClean="0"/>
              <a:t>6/10/25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B1566-3264-0345-829A-BCC1AF905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513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365126"/>
            <a:ext cx="1104138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8" y="1681163"/>
            <a:ext cx="541567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8" y="2505075"/>
            <a:ext cx="541567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0" y="1681163"/>
            <a:ext cx="544234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0" y="2505075"/>
            <a:ext cx="544234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0E7C0-913F-DD43-9BB8-9736EE70D747}" type="datetimeFigureOut">
              <a:rPr lang="en-US" smtClean="0"/>
              <a:t>6/10/25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B1566-3264-0345-829A-BCC1AF905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891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0E7C0-913F-DD43-9BB8-9736EE70D747}" type="datetimeFigureOut">
              <a:rPr lang="en-US" smtClean="0"/>
              <a:t>6/10/25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B1566-3264-0345-829A-BCC1AF905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677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0E7C0-913F-DD43-9BB8-9736EE70D747}" type="datetimeFigureOut">
              <a:rPr lang="en-US" smtClean="0"/>
              <a:t>6/10/25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B1566-3264-0345-829A-BCC1AF905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118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457200"/>
            <a:ext cx="4128849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987426"/>
            <a:ext cx="648081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057400"/>
            <a:ext cx="4128849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0E7C0-913F-DD43-9BB8-9736EE70D747}" type="datetimeFigureOut">
              <a:rPr lang="en-US" smtClean="0"/>
              <a:t>6/10/25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B1566-3264-0345-829A-BCC1AF905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618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457200"/>
            <a:ext cx="4128849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987426"/>
            <a:ext cx="648081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057400"/>
            <a:ext cx="4128849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0E7C0-913F-DD43-9BB8-9736EE70D747}" type="datetimeFigureOut">
              <a:rPr lang="en-US" smtClean="0"/>
              <a:t>6/10/25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B1566-3264-0345-829A-BCC1AF905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891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0E7C0-913F-DD43-9BB8-9736EE70D747}" type="datetimeFigureOut">
              <a:rPr lang="en-US" smtClean="0"/>
              <a:t>6/10/25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B1566-3264-0345-829A-BCC1AF905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7560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5" y="365125"/>
            <a:ext cx="276034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0" y="365125"/>
            <a:ext cx="812101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0E7C0-913F-DD43-9BB8-9736EE70D747}" type="datetimeFigureOut">
              <a:rPr lang="en-US" smtClean="0"/>
              <a:t>6/10/25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B1566-3264-0345-829A-BCC1AF905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64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365126"/>
            <a:ext cx="110413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1825625"/>
            <a:ext cx="1104138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6356351"/>
            <a:ext cx="28803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E0E7C0-913F-DD43-9BB8-9736EE70D747}" type="datetimeFigureOut">
              <a:rPr lang="en-US" smtClean="0"/>
              <a:t>6/10/25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6356351"/>
            <a:ext cx="43205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6356351"/>
            <a:ext cx="28803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0B1566-3264-0345-829A-BCC1AF905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9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oup of graphs showing different types of growth&#10;&#10;AI-generated content may be incorrect.">
            <a:extLst>
              <a:ext uri="{FF2B5EF4-FFF2-40B4-BE49-F238E27FC236}">
                <a16:creationId xmlns:a16="http://schemas.microsoft.com/office/drawing/2014/main" id="{A96DDE1E-39DC-BF9F-99A4-97FF6ED52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141388" cy="6858000"/>
          </a:xfrm>
          <a:prstGeom prst="rect">
            <a:avLst/>
          </a:prstGeom>
        </p:spPr>
      </p:pic>
      <p:pic>
        <p:nvPicPr>
          <p:cNvPr id="11" name="Picture 10" descr="A graph with blue dots&#10;&#10;AI-generated content may be incorrect.">
            <a:extLst>
              <a:ext uri="{FF2B5EF4-FFF2-40B4-BE49-F238E27FC236}">
                <a16:creationId xmlns:a16="http://schemas.microsoft.com/office/drawing/2014/main" id="{B9CC7162-7DAC-8228-65CA-033EF98BAF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388" y="3429000"/>
            <a:ext cx="5654418" cy="32660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26F2DB7-5F2C-ED39-CF85-3C3974F30BEF}"/>
              </a:ext>
            </a:extLst>
          </p:cNvPr>
          <p:cNvSpPr txBox="1"/>
          <p:nvPr/>
        </p:nvSpPr>
        <p:spPr>
          <a:xfrm>
            <a:off x="7816872" y="3773214"/>
            <a:ext cx="3850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(e)</a:t>
            </a:r>
          </a:p>
        </p:txBody>
      </p:sp>
    </p:spTree>
    <p:extLst>
      <p:ext uri="{BB962C8B-B14F-4D97-AF65-F5344CB8AC3E}">
        <p14:creationId xmlns:p14="http://schemas.microsoft.com/office/powerpoint/2010/main" val="1035555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</TotalTime>
  <Words>3</Words>
  <Application>Microsoft Macintosh PowerPoint</Application>
  <PresentationFormat>Custom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Raunak Dey</dc:creator>
  <cp:lastModifiedBy>Raunak Dey</cp:lastModifiedBy>
  <cp:revision>8</cp:revision>
  <dcterms:created xsi:type="dcterms:W3CDTF">2025-06-09T20:32:34Z</dcterms:created>
  <dcterms:modified xsi:type="dcterms:W3CDTF">2025-06-10T15:30:42Z</dcterms:modified>
</cp:coreProperties>
</file>